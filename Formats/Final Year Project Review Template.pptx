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Department of information Technology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4CF1D-66E7-4B47-81B8-348769E3D01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70A76-D8CC-442C-BA9C-C9D7B30CE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26328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Department of information Technology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A903A-DCEF-4232-B64F-56CC081A85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A9EA9-E532-478A-9241-4B508CD9C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90603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FF5D-1702-4744-9269-FDA2036CB7E5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5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C34B-7AB2-4019-9602-DD2D190D5FCB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00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174B-16CB-4412-8CCF-88F72DA9FD5A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58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3467-DF90-475D-903F-7DAEC5415DB5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211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D2E48-2055-4F43-98B6-8DE551E7C73E}" type="datetime1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2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6DFB7-F168-4E17-91E0-76282584DAF6}" type="datetime1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413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A03F-AF98-49D0-8907-05B21E0AEA57}" type="datetime1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7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23DB2-C4CA-4021-961C-92E782A41CA5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12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3D05-80CD-4D9F-9749-007C8A24C0D8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1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0B8FA-5292-4854-9897-939EADCEA632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70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17048-79A0-402A-944C-95DF2D198C85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41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CDBB2-1863-4035-BF32-4F4CDC75A4E1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208B-8553-4B8F-9A3D-7198B9689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24375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smtClean="0"/>
              <a:t>Project Title: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0977" y="3051966"/>
            <a:ext cx="9144000" cy="887901"/>
          </a:xfrm>
        </p:spPr>
        <p:txBody>
          <a:bodyPr/>
          <a:lstStyle/>
          <a:p>
            <a:r>
              <a:rPr lang="en-GB" dirty="0" smtClean="0"/>
              <a:t>Batch No:</a:t>
            </a:r>
          </a:p>
          <a:p>
            <a:r>
              <a:rPr lang="en-GB" dirty="0" err="1" smtClean="0"/>
              <a:t>Reg</a:t>
            </a:r>
            <a:r>
              <a:rPr lang="en-GB" dirty="0" smtClean="0"/>
              <a:t> No’s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54369" y="4970585"/>
            <a:ext cx="5416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Guide Details: </a:t>
            </a:r>
          </a:p>
          <a:p>
            <a:r>
              <a:rPr lang="en-GB" dirty="0" smtClean="0"/>
              <a:t>Name: </a:t>
            </a:r>
          </a:p>
          <a:p>
            <a:r>
              <a:rPr lang="en-GB" dirty="0" smtClean="0"/>
              <a:t>Designation: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Department of information Technology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" y="83465"/>
            <a:ext cx="1160585" cy="11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4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Department of information Technology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33" y="106630"/>
            <a:ext cx="1164437" cy="1158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3169" y="388917"/>
            <a:ext cx="8740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 smtClean="0"/>
              <a:t>Outline</a:t>
            </a:r>
            <a:endParaRPr lang="en-IN" sz="4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263070" y="1502476"/>
            <a:ext cx="97809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 smtClean="0"/>
              <a:t>Abstract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Introduction 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Literature Survey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Research Gaps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Objectives 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Methodology 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Architecture (Explain the modules in detail)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Results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404720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Department of information Technology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208B-8553-4B8F-9A3D-7198B9689A71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33" y="106630"/>
            <a:ext cx="1164437" cy="1158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1932" y="296883"/>
            <a:ext cx="8562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smtClean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985828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Project Title: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</dc:title>
  <dc:creator>admin</dc:creator>
  <cp:lastModifiedBy>admin</cp:lastModifiedBy>
  <cp:revision>3</cp:revision>
  <dcterms:created xsi:type="dcterms:W3CDTF">2026-09-16T06:15:38Z</dcterms:created>
  <dcterms:modified xsi:type="dcterms:W3CDTF">2026-09-16T06:26:49Z</dcterms:modified>
</cp:coreProperties>
</file>